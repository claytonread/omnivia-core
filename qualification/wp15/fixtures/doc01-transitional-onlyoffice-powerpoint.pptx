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&#65279;<?xml version="1.0" encoding="UTF-8" standalone="yes"?>
<Relationships xmlns="http://schemas.openxmlformats.org/package/2006/relationships">
    <Relationship Id="rId3" Type="http://schemas.openxmlformats.org/package/2006/relationships/metadata/core-properties" Target="docProps/core.xml"/>
    <Relationship Id="rId2" Type="http://schemas.openxmlformats.org/package/2006/relationships/metadata/thumbnail" Target="docProps/thumbnail.jpeg"/>
    <Relationship Id="rId1" Type="http://schemas.openxmlformats.org/officeDocument/2006/relationships/officeDocument" Target="ppt/presentation.xml"/>
    <Relationship Id="rId4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xmlns:w14="http://schemas.microsoft.com/office/word/2008/9/16/wordprocessingDrawing" def="{5C22544A-7EE6-4342-B048-85BDC9FD1C3A}">
  <mc:AlternateContent xmlns:mc="http://schemas.openxmlformats.org/markup-compatibility/2006" mc:Ignorable="w14" w14:attr="attr">
    <mc:Choice Requires="w14">
      <w14:ele/>
    </mc:Choice>
    <mc:Choice Requires="a" mc:PreserveAttributes="w14:myattr">
      <a:tblStyle w14:attr="attr" w14:myattr="1"/>
      <w14:a mc:ProcessContent="w14:a">
        <a:tblStyle w14:attr="attr" w14:myattr="2"/>
        <mc:AlternateContent>
          <mc:Choice Requires="w14">
            <w14:ele/>
          </mc:Choice>
          <mc:Choice Requires="a" mc:PreserveAttributes="w14:myattr">
            <a:tblStyle w14:attr="attr" w14:myattr="3"/>
            <w14:a>
              <a:tblStyle w14:attr="attr" w14:myattr="4"/>
            </w14:a>
          </mc:Choice>
          <mc:Fallback>
            <a:tblStyle w14:attr="attr" w14:myattr="5"/>
          </mc:Fallback>
        </mc:AlternateContent>
      </w14:a>
    </mc:Choice>
    <mc:Fallback>
      <a:tblStyle w14:attr="attr" w14:myattr="5"/>
    </mc:Fallback>
  </mc:AlternateContent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8" d="100"/>
          <a:sy n="128" d="100"/>
        </p:scale>
        <p:origin x="-123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&#65279;<?xml version="1.0" encoding="UTF-8" standalone="yes"?>
<Relationships xmlns="http://schemas.openxmlformats.org/package/2006/relationships">
    <Relationship Id="rId3" Type="http://schemas.openxmlformats.org/officeDocument/2006/relationships/presProps" Target="presProps.xml"/>
    <Relationship Id="rId2" Type="http://schemas.openxmlformats.org/officeDocument/2006/relationships/slide" Target="slides/slide1.xml"/>
    <Relationship Id="rId1" Type="http://schemas.openxmlformats.org/officeDocument/2006/relationships/slideMaster" Target="slideMasters/slideMaster1.xml"/>
    <Relationship Id="rId6" Type="http://schemas.openxmlformats.org/officeDocument/2006/relationships/tableStyles" Target="tableStyles.xml"/>
    <Relationship Id="rId5" Type="http://schemas.openxmlformats.org/officeDocument/2006/relationships/theme" Target="theme/theme1.xml"/>
    <Relationship Id="rId4" Type="http://schemas.openxmlformats.org/officeDocument/2006/relationships/viewProps" Target="viewProps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2009/5/12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2009/5/12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2009/5/12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2009/5/12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2009/5/12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2009/5/12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2009/5/12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2009/5/12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2009/5/12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2009/5/12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2009/5/12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2009/5/12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abc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mtClean="0"/>
              <a:t>def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全屏显示(4:3)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abc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</dc:title>
  <dc:creator>Haiyang Gao</dc:creator>
  <cp:lastModifiedBy>Haiyang Gao</cp:lastModifiedBy>
  <cp:revision>1</cp:revision>
  <dcterms:created xsi:type="dcterms:W3CDTF">2009-05-12T05:48:50Z</dcterms:created>
  <dcterms:modified xsi:type="dcterms:W3CDTF">2009-05-12T05:49:06Z</dcterms:modified>
</cp:coreProperties>
</file>