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comments/comment1.xml" ContentType="application/vnd.openxmlformats-officedocument.presentationml.comment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Author id="0" name="OmniVia QA" initials="O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comments" Target="comments/comment1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574961"/>
          <c:y val="0.0673765"/>
          <c:w val="0.937504"/>
          <c:h val="0.82043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3E73D1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000" u="none">
                    <a:solidFill>
                      <a:srgbClr val="FFFFFF"/>
                    </a:solidFill>
                    <a:latin typeface="Graphik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ptCount val="4"/>
                <c:pt idx="0">
                  <c:v>17.000000</c:v>
                </c:pt>
                <c:pt idx="1">
                  <c:v>26.000000</c:v>
                </c:pt>
                <c:pt idx="2">
                  <c:v>53.000000</c:v>
                </c:pt>
                <c:pt idx="3">
                  <c:v>96.000000</c:v>
                </c:pt>
              </c:numCache>
            </c:numRef>
          </c:val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rgbClr val="32C5B9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000" u="none">
                    <a:solidFill>
                      <a:srgbClr val="FFFFFF"/>
                    </a:solidFill>
                    <a:latin typeface="Graphik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ptCount val="4"/>
                <c:pt idx="0">
                  <c:v>55.000000</c:v>
                </c:pt>
                <c:pt idx="1">
                  <c:v>43.000000</c:v>
                </c:pt>
                <c:pt idx="2">
                  <c:v>70.000000</c:v>
                </c:pt>
                <c:pt idx="3">
                  <c:v>58.000000</c:v>
                </c:pt>
              </c:numCache>
            </c:numRef>
          </c:val>
        </c:ser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Graphik"/>
              </a:defRPr>
            </a:pPr>
          </a:p>
        </c:txPr>
        <c:crossAx val="2094734553"/>
        <c:crosses val="autoZero"/>
        <c:auto val="1"/>
        <c:lblAlgn val="ctr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B8B8B8"/>
              </a:solidFill>
              <a:prstDash val="solid"/>
              <a:miter lim="400000"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b="0" i="0" strike="noStrike" sz="3400" u="none">
                <a:solidFill>
                  <a:srgbClr val="000000"/>
                </a:solidFill>
                <a:latin typeface="Graphik"/>
              </a:defRPr>
            </a:pPr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m authorId="0" dt="2026-10-19T21:29:00.524" idx="1">
    <p:pos x="7616" y="2001"/>
    <p:text>DOC-05 authored fixture comment</p:text>
    <p:extLst>
      <p:ext uri="{C676402C-5697-4E1C-873F-D02D1690AC5C}">
        <p15:threadingInfo xmlns:p15="http://schemas.microsoft.com/office/powerpoint/2012/main" timeZoneBias="-660"/>
      </p:ext>
    </p:extLst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Shape 1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Presenter notes are intentionally present for DOC-05 qualification.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chart" Target="../charts/char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2026-10-19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2026-10-19</a:t>
            </a:r>
          </a:p>
        </p:txBody>
      </p:sp>
      <p:sp>
        <p:nvSpPr>
          <p:cNvPr id="172" name="OmniVia DOC-05 Qualification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121" sz="12160"/>
            </a:lvl1pPr>
          </a:lstStyle>
          <a:p>
            <a:pPr/>
            <a:r>
              <a:t>OmniVia DOC-05 Qualification</a:t>
            </a:r>
          </a:p>
        </p:txBody>
      </p:sp>
      <p:sp>
        <p:nvSpPr>
          <p:cNvPr id="173" name="Keynote-authored PPTX compatibility fixtur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Keynote-authored PPTX compatibility fixture</a:t>
            </a:r>
          </a:p>
        </p:txBody>
      </p:sp>
      <p:graphicFrame>
        <p:nvGraphicFramePr>
          <p:cNvPr id="174" name="Table 1"/>
          <p:cNvGraphicFramePr/>
          <p:nvPr/>
        </p:nvGraphicFramePr>
        <p:xfrm>
          <a:off x="1219200" y="2616200"/>
          <a:ext cx="21945600" cy="84836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5483225"/>
                <a:gridCol w="5483225"/>
                <a:gridCol w="5483225"/>
                <a:gridCol w="5483225"/>
              </a:tblGrid>
              <a:tr h="169417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Graphik Semibold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Graphik Semibold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Graphik Semibold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 sz="3200">
                          <a:sym typeface="Graphik Semibold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9417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9417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9417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  <a:tr h="1694179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sz="3200"/>
                      </a:pP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graphicFrame>
        <p:nvGraphicFramePr>
          <p:cNvPr id="175" name="2D Column Graph"/>
          <p:cNvGraphicFramePr/>
          <p:nvPr/>
        </p:nvGraphicFramePr>
        <p:xfrm>
          <a:off x="1877606" y="2876169"/>
          <a:ext cx="19507200" cy="82296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